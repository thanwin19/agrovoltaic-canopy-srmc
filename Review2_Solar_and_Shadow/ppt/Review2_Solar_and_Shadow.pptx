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 is almost overhead around April and August; in June it passes north of the zenith.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+5.2 % is traceable to NASA vs ERA5 sunshine data, not to the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Zone strips are where the four crop zones sit across each panel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agrivoltaic trade-off the controller manages.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model: Huld et al. (2010) c-Si power model (as used by PVGIS) + ASHRAE incidence-angle modifier (b0 = 0.05). First version was +11 % high; the model upgrade removed the excess.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ray tracer (Cycles, direct light only, wide canopy). Mean abs diff 0.010; 96 % within 0.10; max 0.22.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numbers from out/matlab/T1_controller_comparison.csv.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this review are listed on the last slide and in reviews/REFERENCES.md. Evidence files are indexed in reviews/PROOF_INDEX.md.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R4: Solar resource, shadow and light model</a:t>
            </a:r>
          </a:p>
          <a:p>
            <a:r>
              <a:rPr sz="2200">
                <a:solidFill>
                  <a:srgbClr val="D8F0B8"/>
                </a:solidFill>
              </a:rPr>
              <a:t>Sun path, canopy shadow, crop light and PV output at TCE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Data: NASA POWER climatology; validated against PVGIS and Blender Cycles</a:t>
            </a:r>
          </a:p>
          <a:p>
            <a:r>
              <a:rPr sz="1600">
                <a:solidFill>
                  <a:srgbClr val="FFFFFF"/>
                </a:solidFill>
              </a:rPr>
              <a:t>Models: matlab/srmc_run.m = engine/srmc_engine.js (cross-checked)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Site and sun path (9.88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2</a:t>
            </a:r>
          </a:p>
        </p:txBody>
      </p:sp>
      <p:pic>
        <p:nvPicPr>
          <p:cNvPr id="5" name="Picture 4" descr="fig1_sun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589520" cy="5007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040415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Sun path on 21 Dec, 21 Mar, 21 Jun, 21 Sep; near-equatorial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Latitude 9.88 N: sun path nearly east-west.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Declination: 23.45 sin(360/365 (284+n)).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Solar time used; longitude/equation of time not needed for daily sums.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Climate: NASA POWER monthly means (T, range, rain, clearness kt, RH, wind).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Irradiance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Monthly clearness index kt (NASA ALLSKY_KT) x extraterrestrial radiation -&gt; global horizontal GHI.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Diffuse fraction by Erbs et al. (1982); beam = (GHI - DHI) / sin(elevation).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Reference evapotranspiration: Hargreaves-Samani (1985) with the same site data.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Annual GHI in the model: 2,033 kWh/m2; PVGIS (ERA5): 1,933 kWh/m2 -&gt; +5.2 % (dataset difference).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Monthly-mean sky: no cloud-by-cloud variability. Replace with hourly data for a final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Canopy shadow model (2-D ray casting)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Panels run north-south; the cross-section east-west is exact for long panels.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For 40 ground points per row pitch and every hour: ray to the sun tests intersection with every panel plate.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Row count grows automatically at low sun so long shadows are not truncated (fixed during validation).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Diffuse light: isotropic sky view factor per ground point (24 sky directions).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pitch is split into four zone strips; monthly light is 12-41 % of open field (lowest in Mar-Apr, when no crop is growing and the controller favours electricity).</a:t>
            </a:r>
          </a:p>
        </p:txBody>
      </p:sp>
      <p:pic>
        <p:nvPicPr>
          <p:cNvPr id="6" name="Picture 5" descr="fig2_zon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51560"/>
            <a:ext cx="5303520" cy="2453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35321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Light by zone and month (% of open field)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Light vs electricity trade-off (fixed tilt sweep)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5</a:t>
            </a:r>
          </a:p>
        </p:txBody>
      </p:sp>
      <p:pic>
        <p:nvPicPr>
          <p:cNvPr id="5" name="Picture 4" descr="fig3_tilt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589520" cy="4096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13011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Steeper tilt lets more light through but costs electricity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0 deg: highest PV, almost no light to crops.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60 deg: ~38 % crop light, much less PV.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Controller picks the angle every hour instead of one fixed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PV module model validated against PVGIS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6</a:t>
            </a:r>
          </a:p>
        </p:txBody>
      </p:sp>
      <p:pic>
        <p:nvPicPr>
          <p:cNvPr id="5" name="Picture 4" descr="val_pv_vs_pvg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589520" cy="4631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665111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Horizontal plane, TCE, 14 % system losses. Annual: +5.0 % energy, +5.2 % irradiation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Energy per unit irradiation now matches PVGIS.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Jan-May within 3 %; Jun-Nov +6 to +11 % because NASA kt is higher than ERA5 in the monsoon.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Source: out/physics/pvgis_PVGIS-ERA5.json, tools/validate_pv.js.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Shadow model validated against Blender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7</a:t>
            </a:r>
          </a:p>
        </p:txBody>
      </p:sp>
      <p:pic>
        <p:nvPicPr>
          <p:cNvPr id="5" name="Picture 4" descr="val_shadin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475" y="1005840"/>
            <a:ext cx="5428088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453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Direct-beam sunlit fraction per zone strip: 20 sun/tilt cases x 4 strips = 80 comparisons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Same geometry, different method (3-D vs 2-D).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Validation also exposed and fixed a truncated-row bug at low sun.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Scripts: blender/validate_shading.py, tools/shade_ref.js.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Residual differences: panel thickness, sub-pixel edges.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Result: light and energy for the checked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Mean crop light 34 % of open field (12-41 % by month; lowest in Mar-Apr when no crop is in season).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PV output 238 kWh per m2 of panel per year = 1,134 kWh/kWp with the hourly controller.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Fixed 15 deg gives 291 kWh/m2 but only 14 % light; fixed 45 deg gives 233 kWh/m2 and 33 % light.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At 34 % light the model selects shade-tolerant crops: ginger, turmeric, coriander, amaranth.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Open-field comparison: same site and model, no panels -&gt; 100 % light.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Uncertainty and limits of 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R4 Solar and shadow  |  Agrovoltaic Canopy for Protection and Sustainable Farming, TCE Madurai  |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Validation covers geometry and the PV module model; it is NOT validated against on-site pyranometer or PAR measurements (none exist).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Isotropic diffuse sky; no ground-reflected light; panels treated as infinite plates (end effects ignored).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Crop light response (lmin, lopt) is a literature-style parameter per crop, not measured at TCE.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To close the gap: install one pyranometer + PAR sensor under a pilot row, or compare with PVGIS hourly data.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Proof: PROOF_INDEX rows 7-12.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